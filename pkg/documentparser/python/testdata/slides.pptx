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演示正文</a:t>
            </a:r>
          </a:p>
        </p:txBody>
      </p:sp>
      <p:pic>
        <p:nvPicPr>
          <p:cNvPr id="4" name="Picture 3" descr="text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3657600" cy="121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Qavor synthetic parser fixture</dc:title>
  <dc:subject>Synthetic CC0 fixture</dc:subject>
  <dc:creator>Qavor</dc:creator>
  <cp:keywords/>
  <dc:description>generated using python-pptx</dc:description>
  <cp:lastModifiedBy>Steve Canny</cp:lastModifiedBy>
  <cp:revision>1</cp:revision>
  <dcterms:created xsi:type="dcterms:W3CDTF">2026-01-01T00:00:00Z</dcterms:created>
  <dcterms:modified xmlns:dcterms="http://purl.org/dc/terms/" xmlns:xsi="http://www.w3.org/2001/XMLSchema-instance" xsi:type="dcterms:W3CDTF">2026-01-01T00:00:00Z</dcterms:modified>
  <cp:category/>
</cp:coreProperties>
</file>